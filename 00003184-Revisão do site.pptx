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AD2F5268.xml" ContentType="application/vnd.ms-powerpoint.comments+xml"/>
  <Override PartName="/ppt/comments/modernComment_102_D5ACEDC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C5F38D-738F-50C2-4CCF-D17DE1F9A9FF}" name="Arq. Camila Caruso" initials="AC" userId="56bfeeb7dfeadf6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4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0_AD2F52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244C92-8D6E-9441-A5B6-DCD5D7E20CF6}" authorId="{80C5F38D-738F-50C2-4CCF-D17DE1F9A9FF}" created="2026-08-18T14:34:47.685">
    <pc:sldMkLst xmlns:pc="http://schemas.microsoft.com/office/powerpoint/2013/main/command">
      <pc:docMk/>
      <pc:sldMk cId="2905559656" sldId="256"/>
    </pc:sldMkLst>
    <p188:pos x="4705350" y="2368550"/>
    <p188:replyLst>
      <p188:reply id="{13FC726C-8399-5F49-AA44-EE2006294957}" authorId="{80C5F38D-738F-50C2-4CCF-D17DE1F9A9FF}" created="2026-08-18T14:41:28.012">
        <p188:txBody>
          <a:bodyPr/>
          <a:lstStyle/>
          <a:p>
            <a:r>
              <a:rPr lang="pt-BR"/>
              <a:t>ARQUITETURA E DESIGN DE INTERIORES QUE TRANSFORMAM.</a:t>
            </a:r>
          </a:p>
        </p188:txBody>
      </p188:reply>
    </p188:replyLst>
    <p188:txBody>
      <a:bodyPr/>
      <a:lstStyle/>
      <a:p>
        <a:r>
          <a:rPr lang="pt-BR"/>
          <a:t>TROCAR ESSA FRASE</a:t>
        </a:r>
      </a:p>
    </p188:txBody>
  </p188:cm>
  <p188:cm id="{069C15E9-5DC5-6F4B-B43F-538F788D2E07}" authorId="{80C5F38D-738F-50C2-4CCF-D17DE1F9A9FF}" created="2026-08-18T14:42:53.048">
    <pc:sldMkLst xmlns:pc="http://schemas.microsoft.com/office/powerpoint/2013/main/command">
      <pc:docMk/>
      <pc:sldMk cId="2905559656" sldId="256"/>
    </pc:sldMkLst>
    <p188:txBody>
      <a:bodyPr/>
      <a:lstStyle/>
      <a:p>
        <a:r>
          <a:rPr lang="pt-BR"/>
          <a:t>TROCAR COMÉRCIOS POR CLÍNICAS</a:t>
        </a:r>
      </a:p>
    </p188:txBody>
  </p188:cm>
  <p188:cm id="{3106E266-E25B-B141-BDCE-2312B59725FB}" authorId="{80C5F38D-738F-50C2-4CCF-D17DE1F9A9FF}" created="2026-08-18T14:43:24.726">
    <pc:sldMkLst xmlns:pc="http://schemas.microsoft.com/office/powerpoint/2013/main/command">
      <pc:docMk/>
      <pc:sldMk cId="2905559656" sldId="256"/>
    </pc:sldMkLst>
    <p188:txBody>
      <a:bodyPr/>
      <a:lstStyle/>
      <a:p>
        <a:r>
          <a:rPr lang="pt-BR"/>
          <a:t>ATENDIMENTO EM TODO BRASIL E N˜AO APENAS NA GRANDE SAO PAULO</a:t>
        </a:r>
      </a:p>
    </p188:txBody>
  </p188:cm>
  <p188:cm id="{B75D5FFA-6B30-A441-849E-9F0D107246FD}" authorId="{80C5F38D-738F-50C2-4CCF-D17DE1F9A9FF}" created="2026-08-18T14:49:56.427">
    <pc:sldMkLst xmlns:pc="http://schemas.microsoft.com/office/powerpoint/2013/main/command">
      <pc:docMk/>
      <pc:sldMk cId="2905559656" sldId="256"/>
    </pc:sldMkLst>
    <p188:txBody>
      <a:bodyPr/>
      <a:lstStyle/>
      <a:p>
        <a:r>
          <a:rPr lang="pt-BR"/>
          <a:t>TROCAR ESSA FOTO</a:t>
        </a:r>
      </a:p>
    </p188:txBody>
  </p188:cm>
</p188:cmLst>
</file>

<file path=ppt/comments/modernComment_102_D5ACED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971FAE-8CF1-CC43-B457-0246C0856554}" authorId="{80C5F38D-738F-50C2-4CCF-D17DE1F9A9FF}" created="2026-08-18T14:50:46.551">
    <pc:sldMkLst xmlns:pc="http://schemas.microsoft.com/office/powerpoint/2013/main/command">
      <pc:docMk/>
      <pc:sldMk cId="3584880076" sldId="258"/>
    </pc:sldMkLst>
    <p188:pos x="6492875" y="4365625"/>
    <p188:txBody>
      <a:bodyPr/>
      <a:lstStyle/>
      <a:p>
        <a:r>
          <a:rPr lang="pt-BR"/>
          <a:t>ADICIONAR NA ENTREGA ACOMPANHADA, COM USO DE APP DE GERENCIAMENTO DA OBRA COM CONTROLE TOTAL DOS CUSTOS.</a:t>
        </a:r>
      </a:p>
    </p188:txBody>
  </p188:cm>
  <p188:cm id="{917CD3D9-81A1-9F49-8876-D11DDEEAB6A9}" authorId="{80C5F38D-738F-50C2-4CCF-D17DE1F9A9FF}" created="2026-08-18T14:51:59.364">
    <pc:sldMkLst xmlns:pc="http://schemas.microsoft.com/office/powerpoint/2013/main/command">
      <pc:docMk/>
      <pc:sldMk cId="3584880076" sldId="258"/>
    </pc:sldMkLst>
    <p188:pos x="6646862" y="3495675"/>
    <p188:txBody>
      <a:bodyPr/>
      <a:lstStyle/>
      <a:p>
        <a:r>
          <a:rPr lang="pt-BR"/>
          <a:t>PROJETO COMPLETO FEITO NO REVIT, SOFTWARE QUE MINIMIZA ERROS EM PROJETOS, OBRAS E ECONOMIZA TEMPO NA EXECUÇ˜AO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5F844-003D-EDFE-638E-FBF8505E2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BC8EA1-B723-770A-920A-C2ECDB4B2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1D793D-1632-414E-0205-5B417074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A28AD2-0303-6381-99C6-09B6A457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1D8724-BE9D-ABF5-4F2F-1B9FB1A3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89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41630-615D-883D-9C2A-A0FE06C9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D7AB77-8C71-72C2-1A0A-040AAF64F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70DA85-75A6-08DF-7B68-A312F475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5E1E04-52F5-FAE8-C116-7388AF1F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697B8F-4B0D-83A8-62E3-793F7138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86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2F870-F83E-F15B-949E-27CEBB3E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86D437-1054-CC89-40AA-0C09045F7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18107D-93B1-24E0-07F5-CFA46655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BAC3F-6ACA-CAA5-3F3D-4866E161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D15E7F-38E9-04C6-D7EA-0A48FCA2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18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3CDA8-5F2D-3CD5-11E7-1489FEE1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01173-87E2-6B34-FE49-52A42CEBA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9BE037-BE15-3100-3F92-4D3D04A5D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6E070F-ADD8-E641-C565-041438B5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B1FE20-8777-EDD6-20D8-9B0374915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3DAD8F-F468-0F1D-60A3-180D31E6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080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C5C4-3583-78B0-5A8F-7114C67C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A3366E-B2F9-60E2-69D1-CAD2A1FE6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DBBB2A-81FD-F5ED-13BC-D26A44456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947E36-AB6D-CF2C-60B7-F2ACF247D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11CC29-43CF-F698-D7E9-BF6B36FED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1F728F-A136-67D4-0EC0-4A16423F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37959-959C-ABBF-6B9C-68FDCD90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158C67-940A-F3D3-AFEC-2E43E57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98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3FE04-B0FD-7FBE-F885-255CA7A2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1FB43F4-45F9-70E5-0E0C-B17DFACE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E845D8-264C-7501-DB6B-FEF9AB6C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459412-1169-99DD-02B7-09445075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14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F69ACB-B0DC-7DA9-9614-A9075AD2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330019-8297-E34E-BE8F-6423758F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DE9042-C65F-0ABF-B445-2914ED4B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89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B7556-B027-E040-75BC-E0EE22CCD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DF6498-A9A2-A543-58BD-C4DB5182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5454E-67EA-F387-864B-59CF1F77F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1E2796-E2D9-8190-D87F-389A1696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2CB79-7149-739E-4095-A460C5CA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7C3D2B-8DDD-A6B8-7553-91D81974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30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C36FA-3914-A8CB-9138-73AFD14B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4DC933-607A-C3B2-E1BA-A654579B9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46B343-CE7B-BD70-2260-FFF3DBEB6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50EE34-4668-EA33-7144-28A48830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8E142F-FD8F-71E4-425F-0015D8C5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69A3F1-79C1-E892-2A52-C67159CA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05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71649-6ACD-75DC-F329-EE12FE9F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7397D1-A639-EB40-B8DA-9BE1861E3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696FA-9120-4946-FC6C-599AFA76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A187E6-B536-6349-B73B-9939BE07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2EEF1F-73AD-8BFE-E982-158D7B23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028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1BA8B6-33FB-CA50-3A15-6F6762FF4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651BEC-C58C-657B-2B88-CD4F1537A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CFD17-7279-74A8-4317-8FF1B234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57F3BB-DD73-2524-ED0D-BFD16F95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DFB96C-7F54-7367-A244-C7E5BF26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21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6C751E-8418-34B1-1411-BBD3E960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299E4B-920C-3F92-ADD6-62625086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E03FC6-66A5-42CE-DD77-3AF379192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0DEC2-54E3-C744-8D21-70733C23B29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E3539B-AC4B-106C-21D3-2D7C81DA8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567FE-6978-30B6-9B0F-0BC178637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7044-082F-304E-BA4E-8BA5FF12F2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56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AD2F5268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2_D5ACEDCC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AF9B860-09CE-70F9-CDD5-678DCB1C7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314" y="400050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596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CF78BA-AC29-C0F1-D3C0-29907C25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59" y="901648"/>
            <a:ext cx="7772400" cy="505470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00CA4F3-DBAA-1C20-BDBA-B013F9B29514}"/>
              </a:ext>
            </a:extLst>
          </p:cNvPr>
          <p:cNvSpPr txBox="1"/>
          <p:nvPr/>
        </p:nvSpPr>
        <p:spPr>
          <a:xfrm>
            <a:off x="8961120" y="2588456"/>
            <a:ext cx="230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ESTÁ FOLHA ESTÁ OK</a:t>
            </a:r>
          </a:p>
        </p:txBody>
      </p:sp>
    </p:spTree>
    <p:extLst>
      <p:ext uri="{BB962C8B-B14F-4D97-AF65-F5344CB8AC3E}">
        <p14:creationId xmlns:p14="http://schemas.microsoft.com/office/powerpoint/2010/main" val="16722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097D1B0-7046-38BD-F74C-36E6BF8FF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298" y="453610"/>
            <a:ext cx="8785800" cy="57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00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E543AA-1FE1-994C-7B65-EBA860EC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26" y="717452"/>
            <a:ext cx="7772400" cy="505470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13C6087-3421-39B7-099B-4DCDCEC6A011}"/>
              </a:ext>
            </a:extLst>
          </p:cNvPr>
          <p:cNvSpPr txBox="1"/>
          <p:nvPr/>
        </p:nvSpPr>
        <p:spPr>
          <a:xfrm>
            <a:off x="5692140" y="2377440"/>
            <a:ext cx="6075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VOU ENVIAR OS PROJETOS NOVOS PRA COLOCAR NO SITE</a:t>
            </a:r>
          </a:p>
        </p:txBody>
      </p:sp>
    </p:spTree>
    <p:extLst>
      <p:ext uri="{BB962C8B-B14F-4D97-AF65-F5344CB8AC3E}">
        <p14:creationId xmlns:p14="http://schemas.microsoft.com/office/powerpoint/2010/main" val="34860460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</Words>
  <Application>Microsoft Macintosh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Arq. Camila Caruso</dc:creator>
  <cp:lastModifiedBy>Arq. Camila Caruso</cp:lastModifiedBy>
  <cp:revision>3</cp:revision>
  <dcterms:created xsi:type="dcterms:W3CDTF">2026-08-18T14:33:41Z</dcterms:created>
  <dcterms:modified xsi:type="dcterms:W3CDTF">2026-08-18T14:59:22Z</dcterms:modified>
</cp:coreProperties>
</file>